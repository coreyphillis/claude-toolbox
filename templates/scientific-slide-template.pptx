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&gt; 20°C threshold</c:v>
                </c:pt>
              </c:strCache>
            </c:strRef>
          </c:tx>
          <c:spPr>
            <a:solidFill>
              <a:srgbClr val="2050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B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050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7B6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cooling</c:v>
                  </c:pt>
                  <c:pt idx="1">
                    <c:v>After cooling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E2B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6E6A6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&gt; 20°C threshold</c:v>
                </c:pt>
              </c:strCache>
            </c:strRef>
          </c:tx>
          <c:spPr>
            <a:solidFill>
              <a:srgbClr val="8FC1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3EFE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C1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09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cooling</c:v>
                  </c:pt>
                  <c:pt idx="1">
                    <c:v>After cooling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F3EFE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FB6AE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3EF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62B"/>
        </a:solidFill>
        <a:ln>
          <a:noFill/>
        </a:ln>
        <a:effectLst/>
      </c:spPr>
    </c:plotArea>
    <c:plotVisOnly val="1"/>
    <c:dispBlanksAs val="span"/>
  </c:chart>
  <c:spPr>
    <a:solidFill>
      <a:srgbClr val="1326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B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template, not a talk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slide after this one is a reusable layout. Duplicate the slide you need, replace the placeholder content, and delete the rest. Slides 2–9 use the LIGHT master (well-lit rooms); slides 10–13 use the DARK master (dark rooms or screens — don’t compete with the room’s light).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70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slide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81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slide needs “and” in its title, split it into two slides.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= the takeaway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0416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conclusion, not the topic. “Cooling releases cut hot days in half,” not “Thermal Management Results.”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384048" cy="384048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5902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text, but standalone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017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carries the idea; 2–4 short guide-bullets are fine when the deck must be read without you presenting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384048" cy="384048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5504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only when it matters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9618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source line only under a specific number or claim that needs it — not on every slide.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TITLE SLIDE — 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[Take-home message of the whole talk, in one sentence]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[Subtitle: study system, decision context, or audience]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9050">
            <a:solidFill>
              <a:srgbClr val="B982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·  [Affiliation]  ·  [Date]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SECTION DIVIDER — 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98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this next section will convince the audience of]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releases cut hot-water days in half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280160" y="1828800"/>
          <a:ext cx="7772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[Agency monitoring dataset, 2019–2024]. Threshold set at species-specific thermal stress limit.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evidence point the same direction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B982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89280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surveys: fewer redds in reaches above the thermal threshold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29184" cy="329184"/>
          </a:xfrm>
          <a:prstGeom prst="ellipse">
            <a:avLst/>
          </a:prstGeom>
          <a:solidFill>
            <a:srgbClr val="B982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614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trials: growth rate drops sharply past the same threshold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329184" cy="329184"/>
          </a:xfrm>
          <a:prstGeom prst="ellipse">
            <a:avLst/>
          </a:prstGeom>
          <a:solidFill>
            <a:srgbClr val="B982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63016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projections: risk grows under all but the wettest scenarios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192024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4F1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3474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supporting figure: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photo, or small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chart]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costs more but halves the extinction risk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F4F1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4963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 quo]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91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/ effort]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502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risk]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F4F1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4963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[Proposed action]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91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/ effort]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9502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risk]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stand between data and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91640" y="3246120"/>
            <a:ext cx="8778240" cy="0"/>
          </a:xfrm>
          <a:prstGeom prst="line">
            <a:avLst/>
          </a:prstGeom>
          <a:noFill/>
          <a:ln w="15875">
            <a:solidFill>
              <a:srgbClr val="6E6A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2743200"/>
            <a:ext cx="1005840" cy="1005840"/>
          </a:xfrm>
          <a:prstGeom prst="ellipse">
            <a:avLst/>
          </a:prstGeom>
          <a:solidFill>
            <a:srgbClr val="20507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[Monitor]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50080" y="2743200"/>
            <a:ext cx="1005840" cy="1005840"/>
          </a:xfrm>
          <a:prstGeom prst="ellipse">
            <a:avLst/>
          </a:prstGeom>
          <a:solidFill>
            <a:srgbClr val="B9824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5008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642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[Assess]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11440" y="2743200"/>
            <a:ext cx="1005840" cy="1005840"/>
          </a:xfrm>
          <a:prstGeom prst="ellipse">
            <a:avLst/>
          </a:prstGeom>
          <a:solidFill>
            <a:srgbClr val="20507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1144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2564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[Decide]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0" y="2743200"/>
            <a:ext cx="1005840" cy="1005840"/>
          </a:xfrm>
          <a:prstGeom prst="ellipse">
            <a:avLst/>
          </a:prstGeom>
          <a:solidFill>
            <a:srgbClr val="B9824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under each step, only if the audience won’t otherwise know what happens there]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action for five years triples the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103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A8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44348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label, e.g. estimated cost of a 5-year delay]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201168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F4F1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3246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supporting chart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decision-tree snippet showing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cost grows]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[model / analysis citation] — shown because the number needs 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5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remember three things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EA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212848"/>
            <a:ext cx="420624" cy="420624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1, stated as a conclusion]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EA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447288"/>
            <a:ext cx="420624" cy="420624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54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2, stated as a conclusion]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4F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4681728"/>
            <a:ext cx="420624" cy="420624"/>
          </a:xfrm>
          <a:prstGeom prst="ellipse">
            <a:avLst/>
          </a:prstGeom>
          <a:solidFill>
            <a:srgbClr val="2050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389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[Recommended decision or next step]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F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TITLE SLIDE — DARK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[Take-home message of the whole talk, in one sentence]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[Subtitle: study system, decision context, or audience]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9050">
            <a:solidFill>
              <a:srgbClr val="E3B3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·  [Affiliation]  ·  [Date]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B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releases cut hot-water days in half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280160" y="1828800"/>
          <a:ext cx="7772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46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F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[Agency monitoring dataset, 2019–2024]. Threshold set at species-specific thermal stress limit.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B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costs more but halves the extinction risk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1D323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4963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[Status quo]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91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/ effort]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502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risk]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074920" cy="3977640"/>
          </a:xfrm>
          <a:prstGeom prst="roundRect">
            <a:avLst>
              <a:gd name="adj" fmla="val 2299"/>
            </a:avLst>
          </a:prstGeom>
          <a:solidFill>
            <a:srgbClr val="1D323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4963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[Proposed action]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918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[Cost / effort]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9502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608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[Main risk]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B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remember three things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D3238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212848"/>
            <a:ext cx="420624" cy="42062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202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1, stated as a conclusion]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D3238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3447288"/>
            <a:ext cx="420624" cy="42062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54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[Finding 2, stated as a conclusion]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D3238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4681728"/>
            <a:ext cx="420624" cy="420624"/>
          </a:xfrm>
          <a:prstGeom prst="ellipse">
            <a:avLst/>
          </a:prstGeom>
          <a:solidFill>
            <a:srgbClr val="8FC1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389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[Recommended decision or next step]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B6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Slide Template</dc:title>
  <dc:subject>PptxGenJS Presentation</dc:subject>
  <dc:creator>Corey Phillis</dc:creator>
  <cp:lastModifiedBy>Corey Phillis</cp:lastModifiedBy>
  <cp:revision>1</cp:revision>
  <dcterms:created xsi:type="dcterms:W3CDTF">2026-09-25T17:46:47Z</dcterms:created>
  <dcterms:modified xsi:type="dcterms:W3CDTF">2026-09-25T17:46:47Z</dcterms:modified>
</cp:coreProperties>
</file>